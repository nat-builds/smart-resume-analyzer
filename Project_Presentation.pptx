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Smart Resume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with AI-Based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SkillOrbit AI/ML Capstone Project</a:t>
            </a:r>
          </a:p>
          <a:p>
            <a:pPr>
              <a:spcAft>
                <a:spcPts val="1400"/>
              </a:spcAft>
              <a:defRPr sz="2100"/>
            </a:pPr>
            <a:r>
              <a:t>A simple prototype for resume review and role-keyword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Smart Resume Analyzer | SkillOrbit AI/ML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Applicants can overlook missing resume sections or relevant role keywords.</a:t>
            </a:r>
          </a:p>
          <a:p>
            <a:pPr>
              <a:spcAft>
                <a:spcPts val="1400"/>
              </a:spcAft>
              <a:defRPr sz="2100"/>
            </a:pPr>
            <a:r>
              <a:t>Manual review takes time and may miss simple checklist issues.</a:t>
            </a:r>
          </a:p>
          <a:p>
            <a:pPr>
              <a:spcAft>
                <a:spcPts val="1400"/>
              </a:spcAft>
              <a:defRPr sz="2100"/>
            </a:pPr>
            <a:r>
              <a:t>This prototype offers a quick first-pass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Smart Resume Analyzer | SkillOrbit AI/ML Capstone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Upload PDF and DOCX resumes.</a:t>
            </a:r>
          </a:p>
          <a:p>
            <a:pPr>
              <a:spcAft>
                <a:spcPts val="1400"/>
              </a:spcAft>
              <a:defRPr sz="2100"/>
            </a:pPr>
            <a:r>
              <a:t>Extract readable text and check key resume sections.</a:t>
            </a:r>
          </a:p>
          <a:p>
            <a:pPr>
              <a:spcAft>
                <a:spcPts val="1400"/>
              </a:spcAft>
              <a:defRPr sz="2100"/>
            </a:pPr>
            <a:r>
              <a:t>Compare text with predefined role keywords.</a:t>
            </a:r>
          </a:p>
          <a:p>
            <a:pPr>
              <a:spcAft>
                <a:spcPts val="1400"/>
              </a:spcAft>
              <a:defRPr sz="2100"/>
            </a:pPr>
            <a:r>
              <a:t>Provide suggestions and a downloadable report.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Smart Resume Analyzer | SkillOrbit AI/ML Capstone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Python — application logic</a:t>
            </a:r>
          </a:p>
          <a:p>
            <a:pPr>
              <a:spcAft>
                <a:spcPts val="1400"/>
              </a:spcAft>
              <a:defRPr sz="2100"/>
            </a:pPr>
            <a:r>
              <a:t>Streamlit — web interface</a:t>
            </a:r>
          </a:p>
          <a:p>
            <a:pPr>
              <a:spcAft>
                <a:spcPts val="1400"/>
              </a:spcAft>
              <a:defRPr sz="2100"/>
            </a:pPr>
            <a:r>
              <a:t>PyPDF2 — PDF text extraction</a:t>
            </a:r>
          </a:p>
          <a:p>
            <a:pPr>
              <a:spcAft>
                <a:spcPts val="1400"/>
              </a:spcAft>
              <a:defRPr sz="2100"/>
            </a:pPr>
            <a:r>
              <a:t>python-docx — DOCX text extraction</a:t>
            </a:r>
          </a:p>
          <a:p>
            <a:pPr>
              <a:spcAft>
                <a:spcPts val="1400"/>
              </a:spcAft>
              <a:defRPr sz="2100"/>
            </a:pPr>
            <a:r>
              <a:t>Regular expressions — basic contact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Smart Resume Analyzer | SkillOrbit AI/ML Capstone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1. Upload resume</a:t>
            </a:r>
          </a:p>
          <a:p>
            <a:pPr>
              <a:spcAft>
                <a:spcPts val="1400"/>
              </a:spcAft>
              <a:defRPr sz="2100"/>
            </a:pPr>
            <a:r>
              <a:t>2. Extract text</a:t>
            </a:r>
          </a:p>
          <a:p>
            <a:pPr>
              <a:spcAft>
                <a:spcPts val="1400"/>
              </a:spcAft>
              <a:defRPr sz="2100"/>
            </a:pPr>
            <a:r>
              <a:t>3. Check five structure indicators</a:t>
            </a:r>
          </a:p>
          <a:p>
            <a:pPr>
              <a:spcAft>
                <a:spcPts val="1400"/>
              </a:spcAft>
              <a:defRPr sz="2100"/>
            </a:pPr>
            <a:r>
              <a:t>4. Select target job role</a:t>
            </a:r>
          </a:p>
          <a:p>
            <a:pPr>
              <a:spcAft>
                <a:spcPts val="1400"/>
              </a:spcAft>
              <a:defRPr sz="2100"/>
            </a:pPr>
            <a:r>
              <a:t>5. Compare keywords and show feedback</a:t>
            </a:r>
          </a:p>
          <a:p>
            <a:pPr>
              <a:spcAft>
                <a:spcPts val="1400"/>
              </a:spcAft>
              <a:defRPr sz="2100"/>
            </a:pPr>
            <a:r>
              <a:t>6. Download analysis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Smart Resume Analyzer | SkillOrbit AI/ML Capstone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Main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Resume Upload and Parsing</a:t>
            </a:r>
          </a:p>
          <a:p>
            <a:pPr>
              <a:spcAft>
                <a:spcPts val="1400"/>
              </a:spcAft>
              <a:defRPr sz="2100"/>
            </a:pPr>
            <a:r>
              <a:t>Resume Structure Score (0–100)</a:t>
            </a:r>
          </a:p>
          <a:p>
            <a:pPr>
              <a:spcAft>
                <a:spcPts val="1400"/>
              </a:spcAft>
              <a:defRPr sz="2100"/>
            </a:pPr>
            <a:r>
              <a:t>ATS Keyword Checker for four roles</a:t>
            </a:r>
          </a:p>
          <a:p>
            <a:pPr>
              <a:spcAft>
                <a:spcPts val="1400"/>
              </a:spcAft>
              <a:defRPr sz="2100"/>
            </a:pPr>
            <a:r>
              <a:t>Smart Feedback Suggestions</a:t>
            </a:r>
          </a:p>
          <a:p>
            <a:pPr>
              <a:spcAft>
                <a:spcPts val="1400"/>
              </a:spcAft>
              <a:defRPr sz="2100"/>
            </a:pPr>
            <a:r>
              <a:t>Downloadable Text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Smart Resume Analyzer | SkillOrbit AI/ML Capstone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Scoring and Keyword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Structure score: 20 points for each detected indicator.</a:t>
            </a:r>
          </a:p>
          <a:p>
            <a:pPr>
              <a:spcAft>
                <a:spcPts val="1400"/>
              </a:spcAft>
              <a:defRPr sz="2100"/>
            </a:pPr>
            <a:r>
              <a:t>Indicators: Education, Skills, Projects, Contact Information, Certifications.</a:t>
            </a:r>
          </a:p>
          <a:p>
            <a:pPr>
              <a:spcAft>
                <a:spcPts val="1400"/>
              </a:spcAft>
              <a:defRPr sz="2100"/>
            </a:pPr>
            <a:r>
              <a:t>Keyword match compares resume text with a predefined list.</a:t>
            </a:r>
          </a:p>
          <a:p>
            <a:pPr>
              <a:spcAft>
                <a:spcPts val="1400"/>
              </a:spcAft>
              <a:defRPr sz="2100"/>
            </a:pPr>
            <a:r>
              <a:t>These are rule-based indicators, not an official ATS score.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Smart Resume Analyzer | SkillOrbit AI/ML Capstone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Demonstration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Run: python -m streamlit run app.py</a:t>
            </a:r>
          </a:p>
          <a:p>
            <a:pPr>
              <a:spcAft>
                <a:spcPts val="1400"/>
              </a:spcAft>
              <a:defRPr sz="2100"/>
            </a:pPr>
            <a:r>
              <a:t>Upload a text-based PDF or DOCX.</a:t>
            </a:r>
          </a:p>
          <a:p>
            <a:pPr>
              <a:spcAft>
                <a:spcPts val="1400"/>
              </a:spcAft>
              <a:defRPr sz="2100"/>
            </a:pPr>
            <a:r>
              <a:t>Select a target role such as Data Analyst.</a:t>
            </a:r>
          </a:p>
          <a:p>
            <a:pPr>
              <a:spcAft>
                <a:spcPts val="1400"/>
              </a:spcAft>
              <a:defRPr sz="2100"/>
            </a:pPr>
            <a:r>
              <a:t>Show matched/missing keywords and suggestions.</a:t>
            </a:r>
          </a:p>
          <a:p>
            <a:pPr>
              <a:spcAft>
                <a:spcPts val="1400"/>
              </a:spcAft>
              <a:defRPr sz="2100"/>
            </a:pPr>
            <a:r>
              <a:t>Download and open the text report.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Smart Resume Analyzer | SkillOrbit AI/ML Capstone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Limitations and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Simple text matching may miss context or formatting.</a:t>
            </a:r>
          </a:p>
          <a:p>
            <a:pPr>
              <a:spcAft>
                <a:spcPts val="1400"/>
              </a:spcAft>
              <a:defRPr sz="2100"/>
            </a:pPr>
            <a:r>
              <a:t>Scanned PDFs need OCR, which is not implemented.</a:t>
            </a:r>
          </a:p>
          <a:p>
            <a:pPr>
              <a:spcAft>
                <a:spcPts val="1400"/>
              </a:spcAft>
              <a:defRPr sz="2100"/>
            </a:pPr>
            <a:r>
              <a:t>No database or trained ML model in the current prototype.</a:t>
            </a:r>
          </a:p>
          <a:p>
            <a:pPr>
              <a:spcAft>
                <a:spcPts val="1400"/>
              </a:spcAft>
              <a:defRPr sz="2100"/>
            </a:pPr>
            <a:r>
              <a:t>Future: OCR, job-description matching, stronger section detection, automated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Smart Resume Analyzer | SkillOrbit AI/ML Capstone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Demonstrates an end-to-end basic resume review workflow.</a:t>
            </a:r>
          </a:p>
          <a:p>
            <a:pPr>
              <a:spcAft>
                <a:spcPts val="1400"/>
              </a:spcAft>
              <a:defRPr sz="2100"/>
            </a:pPr>
            <a:r>
              <a:t>Can help users identify checklist items to review.</a:t>
            </a:r>
          </a:p>
          <a:p>
            <a:pPr>
              <a:spcAft>
                <a:spcPts val="1400"/>
              </a:spcAft>
              <a:defRPr sz="2100"/>
            </a:pPr>
            <a:r>
              <a:t>Use suggestions responsibly; include only truthful skills and experience.</a:t>
            </a:r>
          </a:p>
          <a:p>
            <a:pPr>
              <a:spcAft>
                <a:spcPts val="1400"/>
              </a:spcAft>
              <a:defRPr sz="2100"/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Smart Resume Analyzer | SkillOrbit AI/ML 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